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1Hd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731520"/>
            <a:ext cx="1350306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</a:defRPr>
            </a:pPr>
            <a:r>
              <a:t>The World's First Self-Evolving AI E-commerce Organism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C8"/>
                </a:solidFill>
              </a:defRPr>
            </a:pPr>
            <a:r>
              <a:t>Seed Round €2.5 – 3.5M  |  5 mei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</a:defRPr>
            </a:pPr>
            <a:r>
              <a:t>HET PROBLEEM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95%+ van alle nieuwe e-commerce platformen faalt of levert slechts marginale verbeteringen.</a:t>
            </a:r>
            <a:br/>
            <a:r>
              <a:t>Merchants verliezen 12-20 uur per week aan handmatige admin, email overload en leveranciersbeheer.</a:t>
            </a:r>
            <a:br/>
            <a:r>
              <a:t>Bestaande tools straffen groei af met 2-3% transactiekosten. AI is altijd een 'feature', nooit het DNA.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Resultaat: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C8C8"/>
                </a:solidFill>
              </a:defRPr>
            </a:pPr>
            <a:r>
              <a:t>• Lage winstmarges</a:t>
            </a:r>
            <a:br/>
            <a:r>
              <a:t>• Hoge churn</a:t>
            </a:r>
            <a:br/>
            <a:r>
              <a:t>• Constante technische rompslomp</a:t>
            </a:r>
            <a:br/>
            <a:r>
              <a:t>• Merchants zijn wanhopig op zoek naar échte autonomie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</a:defRPr>
            </a:pPr>
            <a:r>
              <a:t>DE OPLOSSING — AETHER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Binnen 60 seconden staat je volledig geoptimaliseerde, wereldwijde webshop live — met AI die 24/7 autonoom: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AETHER Mail</a:t>
            </a:r>
            <a:br/>
            <a:r>
              <a:t>70%+ emails autonoom</a:t>
            </a:r>
            <a:br/>
            <a:r>
              <a:t>geclassificeerd &amp; beantwoord</a:t>
            </a:r>
            <a:br/>
            <a:r>
              <a:t>(lokale LLM, zero leakage)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645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Supplier Intelligence</a:t>
            </a:r>
            <a:br/>
            <a:r>
              <a:t>85%+ accurate prijs/voorraad</a:t>
            </a:r>
            <a:br/>
            <a:r>
              <a:t>sync via veilige sandbox</a:t>
            </a:r>
            <a:br/>
            <a:r>
              <a:t>(robots.txt + approval layers)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AI-Native Admin</a:t>
            </a:r>
            <a:br/>
            <a:r>
              <a:t>Natuurlijke taal commando's</a:t>
            </a:r>
            <a:br/>
            <a:r>
              <a:t>+ 50% minder backend tijd</a:t>
            </a:r>
            <a:br/>
            <a:r>
              <a:t>(realtime AI inzichten)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</a:defRPr>
            </a:pPr>
            <a:r>
              <a:t>UNIEKE SELLING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</a:defRPr>
            </a:pPr>
            <a:r>
              <a:t>✓ 0% Transactiekosten (voor altijd)    ✓ Success-based 12-15% van extra omzet    ✓ Local AI First (air-gapped)    ✓ Volledige Merchant Vrijheid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</a:defRPr>
            </a:pPr>
            <a:r>
              <a:t>ROADMAP &amp; 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Fase 0 (Q2-Q3 2026)     Foundation + 100 pilots                    —                  100 merchants</a:t>
            </a:r>
            <a:br/>
            <a:r>
              <a:t>Fase 1 (Q4 2026-Q1 2027) AI Brain + Mail + Supplier + Admin        €50M GMV         5.000 merchants</a:t>
            </a:r>
            <a:br/>
            <a:r>
              <a:t>Fase 2 (2027)            Global Scale + Hive Mind                 €2B GMV          50.000 merchants</a:t>
            </a:r>
            <a:br/>
            <a:r>
              <a:t>Fase 3-4 (2028-2029)     Radical Autonomy → Ecosystem Dominance   €100B+ GMV       1M+ merchants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</a:defRPr>
            </a:pPr>
            <a:r>
              <a:t>Huidige status (mei 2026): Volledige v1.1 roadmap + PoC-specificaties + Sprint 1+2+3 code klaar.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</a:defRPr>
            </a:pPr>
            <a:r>
              <a:t>BUSINESS MODEL (Merchant Success First)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Pricing</a:t>
            </a:r>
            <a:br/>
            <a:r>
              <a:t>• Freemium</a:t>
            </a:r>
            <a:br/>
            <a:r>
              <a:t>• Pro: €99/maand</a:t>
            </a:r>
            <a:br/>
            <a:r>
              <a:t>• Enterprise: custom</a:t>
            </a:r>
            <a:br/>
            <a:br/>
            <a:r>
              <a:t>Revenue Streams</a:t>
            </a:r>
            <a:br/>
            <a:r>
              <a:t>• Success fee 12-15% van extra omzet</a:t>
            </a:r>
            <a:br/>
            <a:r>
              <a:t>• Data marketplace (Fase 4)</a:t>
            </a:r>
            <a:br/>
            <a:r>
              <a:t>• 0% platform fees = oneindige schaal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Unit Economics (Fase 2 projectie)</a:t>
            </a:r>
            <a:br/>
            <a:r>
              <a:t>• Gemiddelde uplift: +15-25%</a:t>
            </a:r>
            <a:br/>
            <a:r>
              <a:t>• Churn target: &lt;8%</a:t>
            </a:r>
            <a:br/>
            <a:r>
              <a:t>• LTV:CAC &gt; 8:1</a:t>
            </a:r>
            <a:br/>
            <a:br/>
            <a:r>
              <a:t>Waarom dit werkt:</a:t>
            </a:r>
            <a:br/>
            <a:r>
              <a:t>Merchants verdienen significant meer →</a:t>
            </a:r>
            <a:br/>
            <a:r>
              <a:t>wij verdienen alleen als zij méér verdienen.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</a:defRPr>
            </a:pPr>
            <a:r>
              <a:t>TEAM &amp;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FF"/>
                </a:solidFill>
              </a:defRPr>
            </a:pPr>
            <a:r>
              <a:t>Elon Musk Protocol: First Principles • Radical Simplicity • Boundary Pushing • 100% Honesty • 10x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Core Team (Fase 1)</a:t>
            </a:r>
            <a:br/>
            <a:r>
              <a:t>• CEO / Vision Keeper</a:t>
            </a:r>
            <a:br/>
            <a:r>
              <a:t>• CTO + Head of AI</a:t>
            </a:r>
            <a:br/>
            <a:r>
              <a:t>• 18 engineers</a:t>
            </a:r>
            <a:br/>
            <a:r>
              <a:t>• 7 AI specialists (lokale LLMs)</a:t>
            </a:r>
            <a:br/>
            <a:r>
              <a:t>• 3 data scientists</a:t>
            </a:r>
            <a:br/>
            <a:r>
              <a:t>• Hiring: 32 mensen eind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Waarom dit team wint</a:t>
            </a:r>
            <a:br/>
            <a:r>
              <a:t>• Diepe expertise in multi-agent systemen</a:t>
            </a:r>
            <a:br/>
            <a:r>
              <a:t>• Productie-ervaring met lokale LLMs</a:t>
            </a:r>
            <a:br/>
            <a:r>
              <a:t>• Eerste Principles mindset</a:t>
            </a:r>
            <a:br/>
            <a:r>
              <a:t>• Merchant Success First als religie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DE ASK — SEED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€2.5 – 3.5M Seed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Gebruik van kapitaal</a:t>
            </a:r>
            <a:br/>
            <a:r>
              <a:t>60% Team (AI research + engineering)</a:t>
            </a:r>
            <a:br/>
            <a:r>
              <a:t>25% Lokale GPU infra + security</a:t>
            </a:r>
            <a:br/>
            <a:r>
              <a:t>(air-gapped agents)</a:t>
            </a:r>
            <a:br/>
            <a:r>
              <a:t>15% Marketing &amp; eerste 100 pilots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0116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Waarom nu investeren?</a:t>
            </a:r>
            <a:br/>
            <a:r>
              <a:t>• MedusaJS 2.x is volwassen en extreem uitbreidbaar</a:t>
            </a:r>
            <a:br/>
            <a:r>
              <a:t>• Lokale LLM modellen (Llama 3.1 70B, Qwen2-VL) zijn eindelijk production-ready</a:t>
            </a:r>
            <a:br/>
            <a:r>
              <a:t>• Merchants eisen échte autonomie in plaats van meer apps</a:t>
            </a:r>
            <a:br/>
            <a:r>
              <a:t>• Eerste mover advantage in Autonomous Commerce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FF"/>
                </a:solidFill>
              </a:defRPr>
            </a:pPr>
            <a:r>
              <a:t>Exit potential: Strategische overname (Adobe / Salesforce / Stripe) of IPO 2029+ (€100B+ GMV)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</a:defRPr>
            </a:pPr>
            <a:r>
              <a:t>WAAROM AETHER WINT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Shopify</a:t>
            </a:r>
            <a:br/>
            <a:r>
              <a:t>Transactiekosten + app ecosystem</a:t>
            </a:r>
            <a:br/>
            <a:r>
              <a:t>→ Groei wordt bestraft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BigCommerce</a:t>
            </a:r>
            <a:br/>
            <a:r>
              <a:t>Enterprise bloat</a:t>
            </a:r>
            <a:br/>
            <a:r>
              <a:t>→ Te complex, te duur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WooCommerce</a:t>
            </a:r>
            <a:br/>
            <a:r>
              <a:t>Technische rompslomp</a:t>
            </a:r>
            <a:br/>
            <a:r>
              <a:t>→ Developers nodig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AETHER = Merchant Success First + Local AI DNA + 0% fees + Volledige Autonomie</a:t>
            </a:r>
            <a:br/>
            <a:br/>
            <a:r>
              <a:t>Wij maken Shopify irrelevant.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</a:defRPr>
            </a:pPr>
            <a:r>
              <a:t>TECH STACK (Production-Ready)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Frontend</a:t>
            </a:r>
            <a:br/>
            <a:r>
              <a:t>• Next.js 16 + Tailwind + shadcn/ui</a:t>
            </a:r>
            <a:br/>
            <a:r>
              <a:t>• Medusa Admin extensies (React)</a:t>
            </a:r>
            <a:br/>
            <a:r>
              <a:t>• Voice + AR interfaces (Fase 2+)</a:t>
            </a:r>
            <a:br/>
            <a:br/>
            <a:r>
              <a:t>Backend</a:t>
            </a:r>
            <a:br/>
            <a:r>
              <a:t>• MedusaJS 2.x (commerce core)</a:t>
            </a:r>
            <a:br/>
            <a:r>
              <a:t>• LangGraph + CrewAI (multi-agent)</a:t>
            </a:r>
            <a:br/>
            <a:r>
              <a:t>• FastAPI microservices</a:t>
            </a:r>
            <a:br/>
            <a:br/>
            <a:r>
              <a:t>AI Layer</a:t>
            </a:r>
            <a:br/>
            <a:r>
              <a:t>• Lokale modellen (Ollama / vLLM)</a:t>
            </a:r>
            <a:br/>
            <a:r>
              <a:t>• Llama 3.1 70B + Qwen2-VL (vision)</a:t>
            </a:r>
            <a:br/>
            <a:r>
              <a:t>• Weaviate (vector 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05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Data &amp; Infra</a:t>
            </a:r>
            <a:br/>
            <a:r>
              <a:t>• PostgreSQL 17 + TimescaleDB</a:t>
            </a:r>
            <a:br/>
            <a:r>
              <a:t>• Neo4j (graph) + Redis</a:t>
            </a:r>
            <a:br/>
            <a:r>
              <a:t>• Apache Pulsar (event bus)</a:t>
            </a:r>
            <a:br/>
            <a:r>
              <a:t>• Kubernetes + Cloudflare Edge</a:t>
            </a:r>
            <a:br/>
            <a:r>
              <a:t>• Air-gapped Docker containers</a:t>
            </a:r>
            <a:br/>
            <a:br/>
            <a:r>
              <a:t>Security</a:t>
            </a:r>
            <a:br/>
            <a:r>
              <a:t>• Zero-trust architecture</a:t>
            </a:r>
            <a:br/>
            <a:r>
              <a:t>• PCI-DSS Level 1 (via partners)</a:t>
            </a:r>
            <a:br/>
            <a:r>
              <a:t>• GDPR/CCPA native</a:t>
            </a:r>
            <a:br/>
            <a:r>
              <a:t>• SOC 2 in progress</a:t>
            </a:r>
            <a:br/>
            <a:r>
              <a:t>• ZK-proofs pilot (Sprint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C3AED"/>
                </a:solidFill>
              </a:defRPr>
            </a:pPr>
            <a:r>
              <a:t>Eerste Principles: Alles is modulair, lokaal waar privacy telt, en 10x schaalbaar zonder vendor lock-in.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3AED"/>
                </a:solidFill>
              </a:defRPr>
            </a:pPr>
            <a:r>
              <a:t>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C8"/>
                </a:solidFill>
              </a:defRPr>
            </a:pPr>
            <a:r>
              <a:t>Shopify: 2-3% transactiekosten + app chaos → Groei wordt bestraft. Merchants haten het.</a:t>
            </a:r>
            <a:br/>
            <a:r>
              <a:t>BigCommerce: Enterprise bloat, traag, duur. Geen echte AI.</a:t>
            </a:r>
            <a:br/>
            <a:r>
              <a:t>WooCommerce: Technische rompslomp, developers nodig, geen autonomie.</a:t>
            </a:r>
            <a:br/>
            <a:br/>
            <a:r>
              <a:t>AETHER differentiatie:</a:t>
            </a:r>
            <a:br/>
            <a:r>
              <a:t>• 0% fees (nooit transactiekosten)</a:t>
            </a:r>
            <a:br/>
            <a:r>
              <a:t>• Lokale AI (niet bolt-on, maar DNA)</a:t>
            </a:r>
            <a:br/>
            <a:r>
              <a:t>• Autonome agents (geen menselijke tussenkomst nodig)</a:t>
            </a:r>
            <a:br/>
            <a:r>
              <a:t>• Success-based pricing (wij verdienen alleen als merchant méér verdient)</a:t>
            </a:r>
            <a:br/>
            <a:r>
              <a:t>• Volledige data vrijheid (export zonder straf)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First Mover Advantage: Niemand bouwt een levend, zelf-evoluerend AI organisme voor commerce.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FF"/>
                </a:solidFill>
              </a:defRPr>
            </a:pPr>
            <a:r>
              <a:t>FINANCIAL PROJECTIONS (Conservatief)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C8C8"/>
                </a:solidFill>
              </a:defRPr>
            </a:pPr>
            <a:r>
              <a:t>2026 (Fase 0-1): €0.2M revenue | €1.85M burn | 100 merchants</a:t>
            </a:r>
            <a:br/>
            <a:r>
              <a:t>2027 (Fase 2): €4.5M revenue | €5.2M burn | 50.000 merchants | Break-even Q4</a:t>
            </a:r>
            <a:br/>
            <a:r>
              <a:t>2028 (Fase 3): €26M revenue | €12.5M burn | 250.000 merchants | Profitable</a:t>
            </a:r>
            <a:br/>
            <a:r>
              <a:t>2029 (Fase 4): €125M+ revenue | Self-funding | 1M+ merchants | IPO ready</a:t>
            </a:r>
            <a:br/>
            <a:br/>
            <a:r>
              <a:t>Key assumptions:</a:t>
            </a:r>
            <a:br/>
            <a:r>
              <a:t>• Gemiddelde GMV per merchant: €120k (jaar 2)</a:t>
            </a:r>
            <a:br/>
            <a:r>
              <a:t>• Take rate: 12-15% van extra omzet (niet totale omzet)</a:t>
            </a:r>
            <a:br/>
            <a:r>
              <a:t>• Churn: &lt;8% (door radicale merchant success)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t>Path to €1B valuation: 2028 (bij €26M revenue + 30%+ uplift bewezen).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6ZYd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731520"/>
            <a:ext cx="1534438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FF"/>
                </a:solidFill>
              </a:defRPr>
            </a:pPr>
            <a:r>
              <a:t>Merchant Success First. Local AI First. Niets is onmogelijk.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C8C8"/>
                </a:solidFill>
              </a:defRPr>
            </a:pPr>
            <a:r>
              <a:t>Steve Meerschaut — Vision Keeper</a:t>
            </a:r>
            <a:br/>
            <a:r>
              <a:t>Gent, België  •  steve@aether.com  •  github.com/Steve-Mee/Aether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</a:defRPr>
            </a:pPr>
            <a:r>
              <a:t>Seed Round 2026 — €2.5-3.5M — Join us in building the future of commerce.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